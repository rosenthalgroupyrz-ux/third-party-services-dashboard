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1A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00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5A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 + THIRD-PARTY SERVICES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6304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Atlas Data Dashboard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3317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9CD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local search across GitHub, Notion, Linear, Asana and Todoist.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9260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Yoni Pomerantz  ·  Rafi Cornick  ·  Zachary Sicklick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4069080"/>
            <a:ext cx="914400" cy="347472"/>
          </a:xfrm>
          <a:prstGeom prst="roundRect">
            <a:avLst>
              <a:gd name="adj" fmla="val 50000"/>
            </a:avLst>
          </a:prstGeom>
          <a:solidFill>
            <a:srgbClr val="232733"/>
          </a:solidFill>
          <a:ln w="15875">
            <a:solidFill>
              <a:srgbClr val="6E40C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4069080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600200" y="4069080"/>
            <a:ext cx="914400" cy="347472"/>
          </a:xfrm>
          <a:prstGeom prst="roundRect">
            <a:avLst>
              <a:gd name="adj" fmla="val 50000"/>
            </a:avLst>
          </a:prstGeom>
          <a:solidFill>
            <a:srgbClr val="232733"/>
          </a:solidFill>
          <a:ln w="15875">
            <a:solidFill>
              <a:srgbClr val="2B2B2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600200" y="4069080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Notion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651760" y="4069080"/>
            <a:ext cx="914400" cy="347472"/>
          </a:xfrm>
          <a:prstGeom prst="roundRect">
            <a:avLst>
              <a:gd name="adj" fmla="val 50000"/>
            </a:avLst>
          </a:prstGeom>
          <a:solidFill>
            <a:srgbClr val="232733"/>
          </a:solidFill>
          <a:ln w="15875">
            <a:solidFill>
              <a:srgbClr val="5E6AD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651760" y="4069080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Linear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703320" y="4069080"/>
            <a:ext cx="914400" cy="347472"/>
          </a:xfrm>
          <a:prstGeom prst="roundRect">
            <a:avLst>
              <a:gd name="adj" fmla="val 50000"/>
            </a:avLst>
          </a:prstGeom>
          <a:solidFill>
            <a:srgbClr val="232733"/>
          </a:solidFill>
          <a:ln w="15875">
            <a:solidFill>
              <a:srgbClr val="E0605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703320" y="4069080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Asana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754880" y="4069080"/>
            <a:ext cx="914400" cy="347472"/>
          </a:xfrm>
          <a:prstGeom prst="roundRect">
            <a:avLst>
              <a:gd name="adj" fmla="val 50000"/>
            </a:avLst>
          </a:prstGeom>
          <a:solidFill>
            <a:srgbClr val="232733"/>
          </a:solidFill>
          <a:ln w="15875">
            <a:solidFill>
              <a:srgbClr val="DC4C3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754880" y="4069080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Todoist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657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PROJECT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dashboard for five cloud services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A6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used Claude Code and each vendor's official MCP server to download test data, saved it on our own computers in a documented format, and built a local website that searches all of it at once.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2560320" cy="1828800"/>
          </a:xfrm>
          <a:prstGeom prst="roundRect">
            <a:avLst>
              <a:gd name="adj" fmla="val 4000"/>
            </a:avLst>
          </a:prstGeom>
          <a:solidFill>
            <a:srgbClr val="F5F6F8"/>
          </a:solidFill>
          <a:ln w="9525">
            <a:solidFill>
              <a:srgbClr val="DADDE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246888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657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7432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310896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6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 reaches each service through the vendor's official MCP server.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64408" y="2286000"/>
            <a:ext cx="2560320" cy="1828800"/>
          </a:xfrm>
          <a:prstGeom prst="roundRect">
            <a:avLst>
              <a:gd name="adj" fmla="val 4000"/>
            </a:avLst>
          </a:prstGeom>
          <a:solidFill>
            <a:srgbClr val="F5F6F8"/>
          </a:solidFill>
          <a:ln w="9525">
            <a:solidFill>
              <a:srgbClr val="DADDE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447288" y="246888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657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3447288" y="27432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Download and store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3447288" y="310896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6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lands in dataExports/, one folder per service, with metadata and a written format spec.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980176" y="2286000"/>
            <a:ext cx="2560320" cy="1828800"/>
          </a:xfrm>
          <a:prstGeom prst="roundRect">
            <a:avLst>
              <a:gd name="adj" fmla="val 4000"/>
            </a:avLst>
          </a:prstGeom>
          <a:solidFill>
            <a:srgbClr val="F5F6F8"/>
          </a:solidFill>
          <a:ln w="9525">
            <a:solidFill>
              <a:srgbClr val="DADDE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163056" y="246888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657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6163056" y="27432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6163056" y="310896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6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local website reads those files and searches one service or all of them together.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657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TEAM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students, five services</a:t>
            </a:r>
            <a:endParaRPr lang="en-US" sz="3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804672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1645920"/>
                <a:gridCol w="48463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D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Student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A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A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D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Service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A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A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D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Contribution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A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AE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D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Yoni Pomerantz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A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D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GitHub, Notion, Linear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A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D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Test data, MCP setup and downloads for GitHub, Notion and Linear; localStorageFormats.md; the download skill; the dashboard; the GitHub repo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A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D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Rafi Cornick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A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D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Asana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A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D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Asana test account and data, Asana MCP app setup, extended the skill and format doc for Asana, Asana export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A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D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Zachary Sicklick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A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D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Todoist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A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D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Todoist test account and data, extended the skill and format doc for Todoist, Todoist export, this presentation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A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41605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6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and Notion are required for every group; each student owns one extra service (Linear, Asana, Todoist).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657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DATA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Atlas: a fictional logistics launch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A6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Northwind Logistics is opening a delivery hub in Lisbon. Every service holds tasks, repos, pages and issues for the same made-up project, so one search returns connected results.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194560"/>
            <a:ext cx="1481328" cy="1188720"/>
          </a:xfrm>
          <a:prstGeom prst="roundRect">
            <a:avLst>
              <a:gd name="adj" fmla="val 6154"/>
            </a:avLst>
          </a:prstGeom>
          <a:solidFill>
            <a:srgbClr val="F5F6F8"/>
          </a:solidFill>
          <a:ln w="9525">
            <a:solidFill>
              <a:srgbClr val="DADDE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228600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3657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92608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repos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176272" y="2194560"/>
            <a:ext cx="1481328" cy="1188720"/>
          </a:xfrm>
          <a:prstGeom prst="roundRect">
            <a:avLst>
              <a:gd name="adj" fmla="val 6154"/>
            </a:avLst>
          </a:prstGeom>
          <a:solidFill>
            <a:srgbClr val="F5F6F8"/>
          </a:solidFill>
          <a:ln w="9525">
            <a:solidFill>
              <a:srgbClr val="DADDE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313432" y="228600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3657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4000" dirty="0"/>
          </a:p>
        </p:txBody>
      </p:sp>
      <p:sp>
        <p:nvSpPr>
          <p:cNvPr id="10" name="Text 8"/>
          <p:cNvSpPr txBox="1"/>
          <p:nvPr/>
        </p:nvSpPr>
        <p:spPr>
          <a:xfrm>
            <a:off x="2313432" y="292608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Notion pages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803904" y="2194560"/>
            <a:ext cx="1481328" cy="1188720"/>
          </a:xfrm>
          <a:prstGeom prst="roundRect">
            <a:avLst>
              <a:gd name="adj" fmla="val 6154"/>
            </a:avLst>
          </a:prstGeom>
          <a:solidFill>
            <a:srgbClr val="F5F6F8"/>
          </a:solidFill>
          <a:ln w="9525">
            <a:solidFill>
              <a:srgbClr val="DADDE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941064" y="228600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3657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4000" dirty="0"/>
          </a:p>
        </p:txBody>
      </p:sp>
      <p:sp>
        <p:nvSpPr>
          <p:cNvPr id="13" name="Text 11"/>
          <p:cNvSpPr txBox="1"/>
          <p:nvPr/>
        </p:nvSpPr>
        <p:spPr>
          <a:xfrm>
            <a:off x="3941064" y="292608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Linear issues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31536" y="2194560"/>
            <a:ext cx="1481328" cy="1188720"/>
          </a:xfrm>
          <a:prstGeom prst="roundRect">
            <a:avLst>
              <a:gd name="adj" fmla="val 6154"/>
            </a:avLst>
          </a:prstGeom>
          <a:solidFill>
            <a:srgbClr val="F5F6F8"/>
          </a:solidFill>
          <a:ln w="9525">
            <a:solidFill>
              <a:srgbClr val="DADDE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568696" y="228600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3657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4000" dirty="0"/>
          </a:p>
        </p:txBody>
      </p:sp>
      <p:sp>
        <p:nvSpPr>
          <p:cNvPr id="16" name="Text 14"/>
          <p:cNvSpPr txBox="1"/>
          <p:nvPr/>
        </p:nvSpPr>
        <p:spPr>
          <a:xfrm>
            <a:off x="5568696" y="292608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Asana tasks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059168" y="2194560"/>
            <a:ext cx="1481328" cy="1188720"/>
          </a:xfrm>
          <a:prstGeom prst="roundRect">
            <a:avLst>
              <a:gd name="adj" fmla="val 6154"/>
            </a:avLst>
          </a:prstGeom>
          <a:solidFill>
            <a:srgbClr val="F5F6F8"/>
          </a:solidFill>
          <a:ln w="9525">
            <a:solidFill>
              <a:srgbClr val="DADDE3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196328" y="228600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3657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4000" dirty="0"/>
          </a:p>
        </p:txBody>
      </p:sp>
      <p:sp>
        <p:nvSpPr>
          <p:cNvPr id="19" name="Text 17"/>
          <p:cNvSpPr txBox="1"/>
          <p:nvPr/>
        </p:nvSpPr>
        <p:spPr>
          <a:xfrm>
            <a:off x="7196328" y="292608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Todoist tasks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35204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Linear's export also includes its 4 default onboarding issues (14 files in total).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39319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cast: </a:t>
            </a:r>
            <a:pPr indent="0" marL="0">
              <a:buNone/>
            </a:pPr>
            <a:r>
              <a:rPr lang="en-US" sz="1300" dirty="0">
                <a:solidFill>
                  <a:srgbClr val="5A6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Joe Smith (project lead), Maria Lopez (finance), Priya Natarajan (engineering), Daniel Okafor (sales). All fictional.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71A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5A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the data moves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463040" cy="1874520"/>
          </a:xfrm>
          <a:prstGeom prst="roundRect">
            <a:avLst>
              <a:gd name="adj" fmla="val 5000"/>
            </a:avLst>
          </a:prstGeom>
          <a:solidFill>
            <a:srgbClr val="232733"/>
          </a:solidFill>
          <a:ln w="9525">
            <a:solidFill>
              <a:srgbClr val="363B4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69164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5A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1938528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services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468880"/>
            <a:ext cx="1188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9CD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GitHub, Notion, Linear, Asana, Todoist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039112" y="2395728"/>
            <a:ext cx="128016" cy="182880"/>
          </a:xfrm>
          <a:prstGeom prst="rightArrow">
            <a:avLst/>
          </a:prstGeom>
          <a:solidFill>
            <a:srgbClr val="7F9BFF"/>
          </a:solidFill>
          <a:ln w="12700">
            <a:solidFill>
              <a:srgbClr val="7F9B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194560" y="1554480"/>
            <a:ext cx="1463040" cy="1874520"/>
          </a:xfrm>
          <a:prstGeom prst="roundRect">
            <a:avLst>
              <a:gd name="adj" fmla="val 5000"/>
            </a:avLst>
          </a:prstGeom>
          <a:solidFill>
            <a:srgbClr val="232733"/>
          </a:solidFill>
          <a:ln w="9525">
            <a:solidFill>
              <a:srgbClr val="363B4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331720" y="169164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5A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2331720" y="1938528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Official MCP servers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2331720" y="2468880"/>
            <a:ext cx="1188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9CD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Vendor-hosted, set up in .mcp.json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85032" y="2395728"/>
            <a:ext cx="128016" cy="182880"/>
          </a:xfrm>
          <a:prstGeom prst="rightArrow">
            <a:avLst/>
          </a:prstGeom>
          <a:solidFill>
            <a:srgbClr val="7F9BFF"/>
          </a:solidFill>
          <a:ln w="12700">
            <a:solidFill>
              <a:srgbClr val="7F9B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840480" y="1554480"/>
            <a:ext cx="1463040" cy="1874520"/>
          </a:xfrm>
          <a:prstGeom prst="roundRect">
            <a:avLst>
              <a:gd name="adj" fmla="val 5000"/>
            </a:avLst>
          </a:prstGeom>
          <a:solidFill>
            <a:srgbClr val="232733"/>
          </a:solidFill>
          <a:ln w="9525">
            <a:solidFill>
              <a:srgbClr val="363B4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977640" y="169164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5A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3977640" y="1938528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 + skill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3977640" y="2468880"/>
            <a:ext cx="1188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9CD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skill in .claude/ repeats the download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330952" y="2395728"/>
            <a:ext cx="128016" cy="182880"/>
          </a:xfrm>
          <a:prstGeom prst="rightArrow">
            <a:avLst/>
          </a:prstGeom>
          <a:solidFill>
            <a:srgbClr val="7F9BFF"/>
          </a:solidFill>
          <a:ln w="12700">
            <a:solidFill>
              <a:srgbClr val="7F9B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486400" y="1554480"/>
            <a:ext cx="1463040" cy="1874520"/>
          </a:xfrm>
          <a:prstGeom prst="roundRect">
            <a:avLst>
              <a:gd name="adj" fmla="val 5000"/>
            </a:avLst>
          </a:prstGeom>
          <a:solidFill>
            <a:srgbClr val="232733"/>
          </a:solidFill>
          <a:ln w="9525">
            <a:solidFill>
              <a:srgbClr val="363B48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623560" y="169164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5A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4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5623560" y="1938528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dataExports/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5623560" y="2468880"/>
            <a:ext cx="1188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9CD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folder per service, on our computers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976872" y="2395728"/>
            <a:ext cx="128016" cy="182880"/>
          </a:xfrm>
          <a:prstGeom prst="rightArrow">
            <a:avLst/>
          </a:prstGeom>
          <a:solidFill>
            <a:srgbClr val="7F9BFF"/>
          </a:solidFill>
          <a:ln w="12700">
            <a:solidFill>
              <a:srgbClr val="7F9B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132320" y="1554480"/>
            <a:ext cx="1463040" cy="1874520"/>
          </a:xfrm>
          <a:prstGeom prst="roundRect">
            <a:avLst>
              <a:gd name="adj" fmla="val 5000"/>
            </a:avLst>
          </a:prstGeom>
          <a:solidFill>
            <a:srgbClr val="232733"/>
          </a:solidFill>
          <a:ln w="9525">
            <a:solidFill>
              <a:srgbClr val="363B48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269480" y="169164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5A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5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7269480" y="1938528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dashboard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7269480" y="2468880"/>
            <a:ext cx="1188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9CD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Searches one service or all at once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548640" y="36576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9CD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Nothing is fetched live by the website. It only reads the files Claude Code already saved.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657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STORAGE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folder per service, metadata included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2011680" cy="2194560"/>
          </a:xfrm>
          <a:prstGeom prst="roundRect">
            <a:avLst>
              <a:gd name="adj" fmla="val 3636"/>
            </a:avLst>
          </a:prstGeom>
          <a:solidFill>
            <a:srgbClr val="171A21"/>
          </a:solidFill>
          <a:ln w="12700">
            <a:solidFill>
              <a:srgbClr val="171A2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600200"/>
            <a:ext cx="17373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E5A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dataExports/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asana/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github/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linear/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notion/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todoist/</a:t>
            </a:r>
            <a:endParaRPr lang="en-US" sz="1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88920" y="1463040"/>
          <a:ext cx="580644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48920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D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Service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A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A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D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Fields kept for each item (one JSON file per item, named by its ID)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A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AE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D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GitHub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A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D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Repo name, description, README text, visibility, URL, created, updated, pushed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A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D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Notion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A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D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Page ID, title, icon, full page text, workspace, last edited, URL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A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D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Linear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A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D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Issue key, title, description, status, priority, estimate, due date, timestamps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A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D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Asana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A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D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Task ID, name, notes, priority, completed, due date, created, modified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A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D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Todoist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A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D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Task ID, content, description, priority, labels, due date, added, completed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A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548640" y="393192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A6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format is written down in localStorageFormats.md, and validate.py checks the files against it.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657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REPEATABILITY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skill, the same format every time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2560320" cy="1691640"/>
          </a:xfrm>
          <a:prstGeom prst="roundRect">
            <a:avLst>
              <a:gd name="adj" fmla="val 4324"/>
            </a:avLst>
          </a:prstGeom>
          <a:solidFill>
            <a:srgbClr val="F5F6F8"/>
          </a:solidFill>
          <a:ln w="9525">
            <a:solidFill>
              <a:srgbClr val="DADDE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60020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657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18745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 the format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24028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6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 explains how it stores each service. We reviewed it and kept the result in localStorageFormats.md.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64408" y="1417320"/>
            <a:ext cx="2560320" cy="1691640"/>
          </a:xfrm>
          <a:prstGeom prst="roundRect">
            <a:avLst>
              <a:gd name="adj" fmla="val 4324"/>
            </a:avLst>
          </a:prstGeom>
          <a:solidFill>
            <a:srgbClr val="F5F6F8"/>
          </a:solidFill>
          <a:ln w="9525">
            <a:solidFill>
              <a:srgbClr val="DADDE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447288" y="160020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657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3447288" y="18745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Save it as a skill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3447288" y="224028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6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project skill .claude/skills/download-test-data tells Claude Code which folder, file names and fields to use.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980176" y="1417320"/>
            <a:ext cx="2560320" cy="1691640"/>
          </a:xfrm>
          <a:prstGeom prst="roundRect">
            <a:avLst>
              <a:gd name="adj" fmla="val 4324"/>
            </a:avLst>
          </a:prstGeom>
          <a:solidFill>
            <a:srgbClr val="F5F6F8"/>
          </a:solidFill>
          <a:ln w="9525">
            <a:solidFill>
              <a:srgbClr val="DADDE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163056" y="160020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657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6163056" y="18745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fresh, repeat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6163056" y="224028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6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/clear, a new conversation runs the skill and produces the same layout, skipping unchanged items.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3337560"/>
            <a:ext cx="8046720" cy="822960"/>
          </a:xfrm>
          <a:prstGeom prst="roundRect">
            <a:avLst>
              <a:gd name="adj" fmla="val 8889"/>
            </a:avLst>
          </a:prstGeom>
          <a:solidFill>
            <a:srgbClr val="EAF0FF"/>
          </a:solidFill>
          <a:ln w="9525">
            <a:solidFill>
              <a:srgbClr val="C5D3F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31520" y="342900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657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Tested in a fresh conversation:  </a:t>
            </a:r>
            <a:pPr indent="0" marL="0">
              <a:buNone/>
            </a:pPr>
            <a:r>
              <a:rPr lang="en-US" sz="1300" dirty="0">
                <a:solidFill>
                  <a:srgbClr val="1A1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/clear, the skill found 1 new GitHub repo, downloaded it, skipped the 33 unchanged items, and every file passed validation.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2075688" y="438912"/>
            <a:ext cx="1051560" cy="347472"/>
          </a:xfrm>
          <a:prstGeom prst="roundRect">
            <a:avLst>
              <a:gd name="adj" fmla="val 50000"/>
            </a:avLst>
          </a:prstGeom>
          <a:solidFill>
            <a:srgbClr val="6E40C9"/>
          </a:solidFill>
          <a:ln w="12700">
            <a:solidFill>
              <a:srgbClr val="6E40C9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2075688" y="438912"/>
            <a:ext cx="1051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repos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96012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A6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 private atlas-* repositories in the test account. The dashboard shows each repo's name, description, visibility and its updated, pushed and created times.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5544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Original test content in GitHub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4754880" y="15544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content in the dashboard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30352" y="1883664"/>
            <a:ext cx="3877056" cy="2779776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3"/>
            </a:solidFill>
            <a:prstDash val="solid"/>
          </a:ln>
        </p:spPr>
      </p:sp>
      <p:pic>
        <p:nvPicPr>
          <p:cNvPr id="9" name="Image 0" descr="github original screensho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901952"/>
            <a:ext cx="3840480" cy="274320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4736592" y="1883664"/>
            <a:ext cx="3877056" cy="2779776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3"/>
            </a:solidFill>
            <a:prstDash val="solid"/>
          </a:ln>
        </p:spPr>
      </p:sp>
      <p:pic>
        <p:nvPicPr>
          <p:cNvPr id="11" name="Image 1" descr="github dashboard screensho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901952"/>
            <a:ext cx="384048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2075688" y="438912"/>
            <a:ext cx="1051560" cy="347472"/>
          </a:xfrm>
          <a:prstGeom prst="roundRect">
            <a:avLst>
              <a:gd name="adj" fmla="val 50000"/>
            </a:avLst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2075688" y="438912"/>
            <a:ext cx="1051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pages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96012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A6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Atlas pages such as the overview, budget, risk register and kickoff notes. The dashboard shows title, icon, a text excerpt, workspace and last-edited time.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5544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Original test content in Notion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4754880" y="15544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content in the dashboard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30352" y="1883664"/>
            <a:ext cx="3877056" cy="2779776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3"/>
            </a:solidFill>
            <a:prstDash val="solid"/>
          </a:ln>
        </p:spPr>
      </p:sp>
      <p:pic>
        <p:nvPicPr>
          <p:cNvPr id="9" name="Image 0" descr="notion original screensho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901952"/>
            <a:ext cx="3840480" cy="274320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4736592" y="1883664"/>
            <a:ext cx="3877056" cy="2779776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3"/>
            </a:solidFill>
            <a:prstDash val="solid"/>
          </a:ln>
        </p:spPr>
      </p:sp>
      <p:pic>
        <p:nvPicPr>
          <p:cNvPr id="11" name="Image 1" descr="notion dashboard screensho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901952"/>
            <a:ext cx="384048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Linear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1984248" y="438912"/>
            <a:ext cx="1051560" cy="347472"/>
          </a:xfrm>
          <a:prstGeom prst="roundRect">
            <a:avLst>
              <a:gd name="adj" fmla="val 50000"/>
            </a:avLst>
          </a:prstGeom>
          <a:solidFill>
            <a:srgbClr val="5E6AD2"/>
          </a:solidFill>
          <a:ln w="12700">
            <a:solidFill>
              <a:srgbClr val="5E6AD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984248" y="438912"/>
            <a:ext cx="1051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issues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96012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A6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Atlas issues ATL-5 to ATL-14 (plus Linear's 4 default issues). The dashboard shows status, priority, estimate, due date and timestamps.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5544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Original test content in Linear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4754880" y="15544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content in the dashboard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30352" y="1883664"/>
            <a:ext cx="3877056" cy="2779776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3"/>
            </a:solidFill>
            <a:prstDash val="solid"/>
          </a:ln>
        </p:spPr>
      </p:sp>
      <p:pic>
        <p:nvPicPr>
          <p:cNvPr id="9" name="Image 0" descr="linear original screensho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901952"/>
            <a:ext cx="3840480" cy="274320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4736592" y="1883664"/>
            <a:ext cx="3877056" cy="2779776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3"/>
            </a:solidFill>
            <a:prstDash val="solid"/>
          </a:ln>
        </p:spPr>
      </p:sp>
      <p:pic>
        <p:nvPicPr>
          <p:cNvPr id="11" name="Image 1" descr="linear dashboard screensho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901952"/>
            <a:ext cx="384048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Asana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1956816" y="438912"/>
            <a:ext cx="1051560" cy="347472"/>
          </a:xfrm>
          <a:prstGeom prst="roundRect">
            <a:avLst>
              <a:gd name="adj" fmla="val 50000"/>
            </a:avLst>
          </a:prstGeom>
          <a:solidFill>
            <a:srgbClr val="E0605A"/>
          </a:solidFill>
          <a:ln w="12700">
            <a:solidFill>
              <a:srgbClr val="E0605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956816" y="438912"/>
            <a:ext cx="1051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tasks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96012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A6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Project Atlas task list across To Do, In Progress and Done. The dashboard shows name, owner, priority, completed flag, due date and timestamps.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5544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Original test content in Asana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4754880" y="15544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content in the dashboard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30352" y="1883664"/>
            <a:ext cx="3877056" cy="2779776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3"/>
            </a:solidFill>
            <a:prstDash val="solid"/>
          </a:ln>
        </p:spPr>
      </p:sp>
      <p:pic>
        <p:nvPicPr>
          <p:cNvPr id="9" name="Image 0" descr="asana original screensho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901952"/>
            <a:ext cx="3840480" cy="274320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4736592" y="1883664"/>
            <a:ext cx="3877056" cy="2779776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3"/>
            </a:solidFill>
            <a:prstDash val="solid"/>
          </a:ln>
        </p:spPr>
      </p:sp>
      <p:pic>
        <p:nvPicPr>
          <p:cNvPr id="11" name="Image 1" descr="asana dashboard screensho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901952"/>
            <a:ext cx="384048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Todoist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2176272" y="438912"/>
            <a:ext cx="1051560" cy="347472"/>
          </a:xfrm>
          <a:prstGeom prst="roundRect">
            <a:avLst>
              <a:gd name="adj" fmla="val 50000"/>
            </a:avLst>
          </a:prstGeom>
          <a:solidFill>
            <a:srgbClr val="DC4C3E"/>
          </a:solidFill>
          <a:ln w="12700">
            <a:solidFill>
              <a:srgbClr val="DC4C3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2176272" y="438912"/>
            <a:ext cx="1051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tasks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96012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A6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Project Atlas project with owners as labels. The dashboard shows priority, labels, due date, and added and completed times.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5544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Original test content in Todoist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4754880" y="15544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content in the dashboard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30352" y="1883664"/>
            <a:ext cx="3877056" cy="2779776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3"/>
            </a:solidFill>
            <a:prstDash val="solid"/>
          </a:ln>
        </p:spPr>
      </p:sp>
      <p:pic>
        <p:nvPicPr>
          <p:cNvPr id="9" name="Image 0" descr="todoist original screensho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901952"/>
            <a:ext cx="3840480" cy="274320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4736592" y="1883664"/>
            <a:ext cx="3877056" cy="2779776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3"/>
            </a:solidFill>
            <a:prstDash val="solid"/>
          </a:ln>
        </p:spPr>
      </p:sp>
      <p:pic>
        <p:nvPicPr>
          <p:cNvPr id="11" name="Image 1" descr="todoist dashboard screensho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901952"/>
            <a:ext cx="384048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71A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5A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CROSS-SERVICE SEARCH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Searching “Joe Smith” everywhere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9CD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query returns 26 matches, and every result is tagged with the service it came from.</a:t>
            </a:r>
            <a:endParaRPr lang="en-US" sz="14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057400"/>
          <a:ext cx="384048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128016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Service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63500" marB="63500">
                    <a:lnL w="9525" cap="flat" cmpd="sng" algn="ctr">
                      <a:solidFill>
                        <a:srgbClr val="3A3F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3F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3F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3F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14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Matches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63500" marB="63500">
                    <a:lnL w="9525" cap="flat" cmpd="sng" algn="ctr">
                      <a:solidFill>
                        <a:srgbClr val="3A3F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3F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3F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3F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14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Notion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63500" marB="63500">
                    <a:lnL w="9525" cap="flat" cmpd="sng" algn="ctr">
                      <a:solidFill>
                        <a:srgbClr val="3A3F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3F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3F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3F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73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63500" marB="63500">
                    <a:lnL w="9525" cap="flat" cmpd="sng" algn="ctr">
                      <a:solidFill>
                        <a:srgbClr val="3A3F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3F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3F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3F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73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Linear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63500" marB="63500">
                    <a:lnL w="9525" cap="flat" cmpd="sng" algn="ctr">
                      <a:solidFill>
                        <a:srgbClr val="3A3F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3F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3F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3F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73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63500" marB="63500">
                    <a:lnL w="9525" cap="flat" cmpd="sng" algn="ctr">
                      <a:solidFill>
                        <a:srgbClr val="3A3F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3F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3F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3F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73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GitHub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63500" marB="63500">
                    <a:lnL w="9525" cap="flat" cmpd="sng" algn="ctr">
                      <a:solidFill>
                        <a:srgbClr val="3A3F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3F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3F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3F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73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63500" marB="63500">
                    <a:lnL w="9525" cap="flat" cmpd="sng" algn="ctr">
                      <a:solidFill>
                        <a:srgbClr val="3A3F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3F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3F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3F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73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Asana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63500" marB="63500">
                    <a:lnL w="9525" cap="flat" cmpd="sng" algn="ctr">
                      <a:solidFill>
                        <a:srgbClr val="3A3F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3F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3F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3F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73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63500" marB="63500">
                    <a:lnL w="9525" cap="flat" cmpd="sng" algn="ctr">
                      <a:solidFill>
                        <a:srgbClr val="3A3F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3F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3F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3F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73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Todoist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63500" marB="63500">
                    <a:lnL w="9525" cap="flat" cmpd="sng" algn="ctr">
                      <a:solidFill>
                        <a:srgbClr val="3A3F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3F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3F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3F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73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63500" marB="63500">
                    <a:lnL w="9525" cap="flat" cmpd="sng" algn="ctr">
                      <a:solidFill>
                        <a:srgbClr val="3A3F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3F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3F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3F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733"/>
                    </a:solidFill>
                  </a:tcPr>
                </a:tc>
              </a:tr>
            </a:tbl>
          </a:graphicData>
        </a:graphic>
      </p:graphicFrame>
      <p:pic>
        <p:nvPicPr>
          <p:cNvPr id="6" name="Image 0" descr="Dashboard search for Joe Smith across all servic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74920" y="1417320"/>
            <a:ext cx="3520440" cy="3145536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657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DASHBOARD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website does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2560320" cy="1280160"/>
          </a:xfrm>
          <a:prstGeom prst="roundRect">
            <a:avLst>
              <a:gd name="adj" fmla="val 5714"/>
            </a:avLst>
          </a:prstGeom>
          <a:solidFill>
            <a:srgbClr val="F5F6F8"/>
          </a:solidFill>
          <a:ln w="9525">
            <a:solidFill>
              <a:srgbClr val="DADDE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6002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 everything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196596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6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query runs across all services and returns the matches together.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64408" y="1417320"/>
            <a:ext cx="2560320" cy="1280160"/>
          </a:xfrm>
          <a:prstGeom prst="roundRect">
            <a:avLst>
              <a:gd name="adj" fmla="val 5714"/>
            </a:avLst>
          </a:prstGeom>
          <a:solidFill>
            <a:srgbClr val="F5F6F8"/>
          </a:solidFill>
          <a:ln w="9525">
            <a:solidFill>
              <a:srgbClr val="DADDE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447288" y="16002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Filter by service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3447288" y="196596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6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 chips show how many matches each source has.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980176" y="1417320"/>
            <a:ext cx="2560320" cy="1280160"/>
          </a:xfrm>
          <a:prstGeom prst="roundRect">
            <a:avLst>
              <a:gd name="adj" fmla="val 5714"/>
            </a:avLst>
          </a:prstGeom>
          <a:solidFill>
            <a:srgbClr val="F5F6F8"/>
          </a:solidFill>
          <a:ln w="9525">
            <a:solidFill>
              <a:srgbClr val="DADDE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163056" y="16002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Clear source labels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6163056" y="196596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6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result has a colored service badge.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2880360"/>
            <a:ext cx="2560320" cy="1280160"/>
          </a:xfrm>
          <a:prstGeom prst="roundRect">
            <a:avLst>
              <a:gd name="adj" fmla="val 5714"/>
            </a:avLst>
          </a:prstGeom>
          <a:solidFill>
            <a:srgbClr val="F5F6F8"/>
          </a:solidFill>
          <a:ln w="9525">
            <a:solidFill>
              <a:srgbClr val="DADDE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31520" y="30632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Highlighted matches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731520" y="342900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6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 terms are highlighted, and metadata-only matches are labeled.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264408" y="2880360"/>
            <a:ext cx="2560320" cy="1280160"/>
          </a:xfrm>
          <a:prstGeom prst="roundRect">
            <a:avLst>
              <a:gd name="adj" fmla="val 5714"/>
            </a:avLst>
          </a:prstGeom>
          <a:solidFill>
            <a:srgbClr val="F5F6F8"/>
          </a:solidFill>
          <a:ln w="9525">
            <a:solidFill>
              <a:srgbClr val="DADDE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447288" y="30632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Handles bad data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3447288" y="342900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6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Empty folders and malformed JSON files are skipped with a warning.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980176" y="2880360"/>
            <a:ext cx="2560320" cy="1280160"/>
          </a:xfrm>
          <a:prstGeom prst="roundRect">
            <a:avLst>
              <a:gd name="adj" fmla="val 5714"/>
            </a:avLst>
          </a:prstGeom>
          <a:solidFill>
            <a:srgbClr val="F5F6F8"/>
          </a:solidFill>
          <a:ln w="9525">
            <a:solidFill>
              <a:srgbClr val="DADDE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163056" y="30632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the original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6163056" y="342900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6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Links jump back to the item in its service.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657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GROUND RULES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 by design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3931920" cy="1234440"/>
          </a:xfrm>
          <a:prstGeom prst="roundRect">
            <a:avLst>
              <a:gd name="adj" fmla="val 5926"/>
            </a:avLst>
          </a:prstGeom>
          <a:solidFill>
            <a:srgbClr val="F5F6F8"/>
          </a:solidFill>
          <a:ln w="9525">
            <a:solidFill>
              <a:srgbClr val="DADDE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60020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accounts only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196596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6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personal, school or work accounts. All content is fictional Project Atlas data.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663440" y="1417320"/>
            <a:ext cx="3931920" cy="1234440"/>
          </a:xfrm>
          <a:prstGeom prst="roundRect">
            <a:avLst>
              <a:gd name="adj" fmla="val 5926"/>
            </a:avLst>
          </a:prstGeom>
          <a:solidFill>
            <a:srgbClr val="F5F6F8"/>
          </a:solidFill>
          <a:ln w="9525">
            <a:solidFill>
              <a:srgbClr val="DADDE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846320" y="160020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Official MCP servers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4846320" y="196596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6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vendor-hosted servers, never community connectors.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2834640"/>
            <a:ext cx="3931920" cy="1234440"/>
          </a:xfrm>
          <a:prstGeom prst="roundRect">
            <a:avLst>
              <a:gd name="adj" fmla="val 5926"/>
            </a:avLst>
          </a:prstGeom>
          <a:solidFill>
            <a:srgbClr val="F5F6F8"/>
          </a:solidFill>
          <a:ln w="9525">
            <a:solidFill>
              <a:srgbClr val="DADDE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31520" y="301752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secrets in the repo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731520" y="338328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6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Tokens and OAuth secrets stay in the macOS Keychain or local settings, never in a file.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663440" y="2834640"/>
            <a:ext cx="3931920" cy="1234440"/>
          </a:xfrm>
          <a:prstGeom prst="roundRect">
            <a:avLst>
              <a:gd name="adj" fmla="val 5926"/>
            </a:avLst>
          </a:prstGeom>
          <a:solidFill>
            <a:srgbClr val="F5F6F8"/>
          </a:solidFill>
          <a:ln w="9525">
            <a:solidFill>
              <a:srgbClr val="DADDE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846320" y="301752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public repository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4846320" y="338328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6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Code, data and docs live in one public GitHub repo, so only test data goes in.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71A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5A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DELIVERABLES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Everything lives in one GitHub repo</a:t>
            </a:r>
            <a:endParaRPr lang="en-US" sz="30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804672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56692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Item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63500" marB="63500">
                    <a:lnL w="9525" cap="flat" cmpd="sng" algn="ctr">
                      <a:solidFill>
                        <a:srgbClr val="3A3F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3F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3F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3F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1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What it holds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63500" marB="63500">
                    <a:lnL w="9525" cap="flat" cmpd="sng" algn="ctr">
                      <a:solidFill>
                        <a:srgbClr val="3A3F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3F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3F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3F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14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dataExports/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63500" marB="63500">
                    <a:lnL w="9525" cap="flat" cmpd="sng" algn="ctr">
                      <a:solidFill>
                        <a:srgbClr val="3A3F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3F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3F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3F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7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Downloaded data, one sub-folder per service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63500" marB="63500">
                    <a:lnL w="9525" cap="flat" cmpd="sng" algn="ctr">
                      <a:solidFill>
                        <a:srgbClr val="3A3F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3F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3F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3F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73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.claude/skills/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63500" marB="63500">
                    <a:lnL w="9525" cap="flat" cmpd="sng" algn="ctr">
                      <a:solidFill>
                        <a:srgbClr val="3A3F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3F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3F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3F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7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 download skill that repeats the export in the same format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63500" marB="63500">
                    <a:lnL w="9525" cap="flat" cmpd="sng" algn="ctr">
                      <a:solidFill>
                        <a:srgbClr val="3A3F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3F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3F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3F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73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.mcp.json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63500" marB="63500">
                    <a:lnL w="9525" cap="flat" cmpd="sng" algn="ctr">
                      <a:solidFill>
                        <a:srgbClr val="3A3F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3F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3F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3F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7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MCP server configuration (no secrets)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63500" marB="63500">
                    <a:lnL w="9525" cap="flat" cmpd="sng" algn="ctr">
                      <a:solidFill>
                        <a:srgbClr val="3A3F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3F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3F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3F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73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localStorageFormats.md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63500" marB="63500">
                    <a:lnL w="9525" cap="flat" cmpd="sng" algn="ctr">
                      <a:solidFill>
                        <a:srgbClr val="3A3F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3F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3F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3F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7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 storage format for each service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63500" marB="63500">
                    <a:lnL w="9525" cap="flat" cmpd="sng" algn="ctr">
                      <a:solidFill>
                        <a:srgbClr val="3A3F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3F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3F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3F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73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webapp/ + README.md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63500" marB="63500">
                    <a:lnL w="9525" cap="flat" cmpd="sng" algn="ctr">
                      <a:solidFill>
                        <a:srgbClr val="3A3F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3F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3F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3F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7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 dashboard code and how to run it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63500" marB="63500">
                    <a:lnL w="9525" cap="flat" cmpd="sng" algn="ctr">
                      <a:solidFill>
                        <a:srgbClr val="3A3F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3F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3F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3F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73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docs/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63500" marB="63500">
                    <a:lnL w="9525" cap="flat" cmpd="sng" algn="ctr">
                      <a:solidFill>
                        <a:srgbClr val="3A3F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3F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3F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3F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7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Screenshots, this presentation and the demo video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63500" marB="63500">
                    <a:lnL w="9525" cap="flat" cmpd="sng" algn="ctr">
                      <a:solidFill>
                        <a:srgbClr val="3A3F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3F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3F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3F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733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43434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5A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github.com/rosenthalgroupyrz-ux/third-party-services-dashboard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Atlas Data Dashboard</dc:title>
  <dc:subject>PptxGenJS Presentation</dc:subject>
  <dc:creator>Yoni Pomerantz, Rafi Cornick, Zachary Sicklick</dc:creator>
  <cp:lastModifiedBy>Yoni Pomerantz, Rafi Cornick, Zachary Sicklick</cp:lastModifiedBy>
  <cp:revision>1</cp:revision>
  <dcterms:created xsi:type="dcterms:W3CDTF">2026-10-21T00:55:15Z</dcterms:created>
  <dcterms:modified xsi:type="dcterms:W3CDTF">2026-10-21T00:55:15Z</dcterms:modified>
</cp:coreProperties>
</file>